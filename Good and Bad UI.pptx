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41B58-8F37-5ADD-DEEE-37CBF60BA2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269070-98CA-3812-D890-56C1981BAF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E68FA7-36B8-7203-A87F-E89C0E68E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51091-F328-43C0-B9B0-0177694866A7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A7765C-3DC0-665F-DD50-9C2DD7F5B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17F485-220E-AF43-EC9D-7F3064796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332E1-2CD9-4072-82A3-17F8325B38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36034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2FC9C-A337-FCDB-FED0-24A9B0B4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4C0127-F540-BE84-FD6C-FA57F29488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3A3024-E157-4389-963F-A2874A7B3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51091-F328-43C0-B9B0-0177694866A7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8DF22E-2A4C-62E1-8304-10A2BDB98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2B4275-0D35-8959-A0FE-2F4C15E28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332E1-2CD9-4072-82A3-17F8325B38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74439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25B75-50D8-DBD9-B44C-2714E3007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DFB5A5-7BBB-74FD-8F27-033337C2DE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6487B2-FD7C-53B4-8632-7B24983F3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51091-F328-43C0-B9B0-0177694866A7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6B9517-8543-CC75-FF14-250215852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F6B7FF-EFC3-9C0B-9C8C-3A9CDF530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332E1-2CD9-4072-82A3-17F8325B38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1671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17A70-6FDA-423C-D5E7-B30ADF56A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ED12E1-F516-07BC-7B6A-0FB7666B3A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6E1FB2-2185-9937-8D50-480E365197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1752C9-8950-A3B9-99FB-5A842E826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51091-F328-43C0-B9B0-0177694866A7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C9D4BA-AC15-76F1-F8E7-06AED3C57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3D878F-9E2B-4EE8-AD47-025E4C792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332E1-2CD9-4072-82A3-17F8325B38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1335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7FE26-9083-1C1F-64F0-F925527F5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D020CE-58A4-79B9-605A-656C406CE2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9FFD4B-71FD-9EF8-CC60-D19A47D452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ABA8BA-F696-2D17-F93F-48A4455F20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6A627C-A4BA-D0FA-6288-40AB1695A5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F92320-825C-3A58-CB7B-7045B2521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51091-F328-43C0-B9B0-0177694866A7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164515-711E-BC8A-6AE5-972012C8C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4643E3-CEDE-3713-3E4C-601471C12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332E1-2CD9-4072-82A3-17F8325B38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0388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E46E2-041D-D50E-0A2A-95160D86A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7631D3-3277-4CF6-6C5E-38BCEEAAE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51091-F328-43C0-B9B0-0177694866A7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72B3AA-C9CE-0829-A88F-E430D3F4F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C65149-A341-2B2E-661E-E3DE44DF1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332E1-2CD9-4072-82A3-17F8325B38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09970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4C1D8F-E4EC-4014-80B2-BAA5FB7C9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51091-F328-43C0-B9B0-0177694866A7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CEDFC4-837D-C21C-D1FA-0CA252B62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39F53B-A961-3E4E-2587-6F5A3AD91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332E1-2CD9-4072-82A3-17F8325B38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16552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B6F7F-BF58-D583-7754-FA8060640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96079D-827D-DD1B-8197-091DCA279A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AA205E-9BC1-8A40-88E8-4412A09D0F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6A56FC-8264-0F9F-BACB-F10462E48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51091-F328-43C0-B9B0-0177694866A7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FAF4B3-04F2-54AB-63F3-452DCC423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D26DE9-71F2-0E8A-CE28-6DAF16A06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332E1-2CD9-4072-82A3-17F8325B38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49722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E136F-A843-F341-85FF-0CD1B2A3A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010965-FDBA-3E69-8E88-A4D9B0C261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0DDA81-10F4-0163-E72E-DA059AA47A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86B373-9FEB-2CC7-6C59-33F1F47C2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51091-F328-43C0-B9B0-0177694866A7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13BB39-7D70-B147-71EA-6FF5DC53D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ACC448-40D1-8087-8DE1-5D067A911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332E1-2CD9-4072-82A3-17F8325B38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65081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17F6B-B9B8-AF97-C0B7-7039B7569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74F388-568E-F7B3-0870-47A061D43E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D75523-A751-906A-DE9F-E9009AC6B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51091-F328-43C0-B9B0-0177694866A7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0CB982-CFBB-12A1-7E86-10483B6C7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B71AC7-7D51-DA95-3530-C123FA2A0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332E1-2CD9-4072-82A3-17F8325B38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7927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4896A7-981B-4481-114A-19CA74B05D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DD7E5B-CBDB-9EAD-8505-00E16C6989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83DDFC-2C1A-C0F8-C284-B35416C14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51091-F328-43C0-B9B0-0177694866A7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391DB5-CFA0-11B3-C2A0-F4578B2D4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665932-6F59-F571-320A-E6ECEC794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332E1-2CD9-4072-82A3-17F8325B38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88076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A46640-A1DB-476E-51BF-4780FA671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B44F8B-EA00-B558-805C-8D5077074F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C41FD8-F6D2-AF18-00D0-4DCB3E09B3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051091-F328-43C0-B9B0-0177694866A7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51FB92-44B1-D7A2-98C1-59533CEB0D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0DAB94-F238-FD82-5A1C-70F4D8FA80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4332E1-2CD9-4072-82A3-17F8325B38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758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E28A6-8816-663A-89C1-48083E6AF4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01445"/>
            <a:ext cx="9144000" cy="1655762"/>
          </a:xfrm>
          <a:solidFill>
            <a:schemeClr val="accent2">
              <a:lumMod val="75000"/>
            </a:schemeClr>
          </a:solidFill>
        </p:spPr>
        <p:txBody>
          <a:bodyPr>
            <a:normAutofit fontScale="90000"/>
          </a:bodyPr>
          <a:lstStyle/>
          <a:p>
            <a:r>
              <a:rPr lang="en-IN" dirty="0">
                <a:latin typeface="Broadway" panose="04040905080B02020502" pitchFamily="82" charset="0"/>
              </a:rPr>
              <a:t>Good and Bad UI/UX in LPU Campus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7B3DEA-5017-8D52-FCF2-A99CE6CAE7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9432" y="3116826"/>
            <a:ext cx="11267768" cy="2821858"/>
          </a:xfrm>
        </p:spPr>
        <p:txBody>
          <a:bodyPr/>
          <a:lstStyle/>
          <a:p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Course Code:-IXD801</a:t>
            </a:r>
          </a:p>
          <a:p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Subject Name:- Interaction Design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sz="1800" dirty="0">
                <a:latin typeface="Algerian" panose="04020705040A02060702" pitchFamily="82" charset="0"/>
              </a:rPr>
              <a:t>Submitted By :- Yogita Yadav                                   Submitted to :-Ms. Maggie Gunjan </a:t>
            </a:r>
            <a:r>
              <a:rPr lang="en-IN" sz="1800" dirty="0" err="1">
                <a:latin typeface="Algerian" panose="04020705040A02060702" pitchFamily="82" charset="0"/>
              </a:rPr>
              <a:t>Banra</a:t>
            </a:r>
            <a:endParaRPr lang="en-IN" sz="1800" dirty="0">
              <a:latin typeface="Algerian" panose="04020705040A02060702" pitchFamily="82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92428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2CDDF-78A8-0972-8664-DF04C0807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solidFill>
                  <a:schemeClr val="accent5">
                    <a:lumMod val="75000"/>
                  </a:schemeClr>
                </a:solidFill>
                <a:latin typeface="Algerian" panose="04020705040A02060702" pitchFamily="82" charset="0"/>
              </a:rPr>
              <a:t>Good UI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F914702D-03F6-3B85-BC31-E19DA6A221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9788" y="1816120"/>
            <a:ext cx="5157787" cy="553998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en-US" sz="2000" dirty="0">
                <a:latin typeface="+mj-lt"/>
              </a:rPr>
              <a:t>The bright yellow color and strong, balanced  shape make the robot stand out clearly.</a:t>
            </a:r>
          </a:p>
        </p:txBody>
      </p:sp>
      <p:pic>
        <p:nvPicPr>
          <p:cNvPr id="19" name="Content Placeholder 18">
            <a:extLst>
              <a:ext uri="{FF2B5EF4-FFF2-40B4-BE49-F238E27FC236}">
                <a16:creationId xmlns:a16="http://schemas.microsoft.com/office/drawing/2014/main" id="{F69842A4-EF03-2FEA-E094-2711D553CA5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612" y="2743199"/>
            <a:ext cx="4344988" cy="3549445"/>
          </a:xfrm>
        </p:spPr>
      </p:pic>
      <p:pic>
        <p:nvPicPr>
          <p:cNvPr id="22" name="Content Placeholder 21">
            <a:extLst>
              <a:ext uri="{FF2B5EF4-FFF2-40B4-BE49-F238E27FC236}">
                <a16:creationId xmlns:a16="http://schemas.microsoft.com/office/drawing/2014/main" id="{4619A388-C5C4-6608-F9F3-900DAD98AEE5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0129" y="2812026"/>
            <a:ext cx="4758813" cy="3480618"/>
          </a:xfrm>
        </p:spPr>
      </p:pic>
      <p:sp>
        <p:nvSpPr>
          <p:cNvPr id="20" name="Rectangle 4">
            <a:extLst>
              <a:ext uri="{FF2B5EF4-FFF2-40B4-BE49-F238E27FC236}">
                <a16:creationId xmlns:a16="http://schemas.microsoft.com/office/drawing/2014/main" id="{79CC3BC1-D78C-01C3-EE80-08F9AF2D195B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172200" y="1785342"/>
            <a:ext cx="5609292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+mj-lt"/>
              </a:rPr>
              <a:t>The repeated pattern of the pots on the steps creates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+mj-lt"/>
              </a:rPr>
              <a:t> a sense of rhythm and visual order.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5534773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D7F4AD99-5247-82C5-EA62-34E4AC3CB28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789" y="2684205"/>
            <a:ext cx="4597450" cy="3505457"/>
          </a:xfrm>
        </p:spPr>
      </p:pic>
      <p:sp>
        <p:nvSpPr>
          <p:cNvPr id="14" name="Rectangle 2">
            <a:extLst>
              <a:ext uri="{FF2B5EF4-FFF2-40B4-BE49-F238E27FC236}">
                <a16:creationId xmlns:a16="http://schemas.microsoft.com/office/drawing/2014/main" id="{EDF625B6-A516-09B6-09C4-57A7CA21ED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9788" y="1015900"/>
            <a:ext cx="4775025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+mj-lt"/>
              </a:rPr>
              <a:t>The sign uses large, white numbers and a clear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+mj-lt"/>
              </a:rPr>
              <a:t>arrow, making it very easy to read from 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+mj-lt"/>
              </a:rPr>
              <a:t> distance.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pic>
        <p:nvPicPr>
          <p:cNvPr id="19" name="Content Placeholder 18">
            <a:extLst>
              <a:ext uri="{FF2B5EF4-FFF2-40B4-BE49-F238E27FC236}">
                <a16:creationId xmlns:a16="http://schemas.microsoft.com/office/drawing/2014/main" id="{282EDFA7-348D-87A4-870D-7C718E4C8873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3316" y="2684205"/>
            <a:ext cx="5102071" cy="3505457"/>
          </a:xfrm>
        </p:spPr>
      </p:pic>
      <p:sp>
        <p:nvSpPr>
          <p:cNvPr id="17" name="Rectangle 3">
            <a:extLst>
              <a:ext uri="{FF2B5EF4-FFF2-40B4-BE49-F238E27FC236}">
                <a16:creationId xmlns:a16="http://schemas.microsoft.com/office/drawing/2014/main" id="{35F59E3D-4044-AD15-4B51-D58467695B0C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172200" y="862012"/>
            <a:ext cx="5192960" cy="1231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+mj-lt"/>
              </a:rPr>
              <a:t>The park's thoughtful design combines open green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+mj-lt"/>
              </a:rPr>
              <a:t>space for a relaxing atmosphere, benches for user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+mj-lt"/>
              </a:rPr>
              <a:t> comfort, and a distinctive spider sculpture that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+mj-lt"/>
              </a:rPr>
              <a:t> acts as a memorable focal point.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3394277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71D3D58-69B8-E142-F37F-9982D22D11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1" y="1825625"/>
            <a:ext cx="4943168" cy="4351338"/>
          </a:xfr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0E38E97B-0B11-B4D4-419A-CB116F07AD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566242"/>
            <a:ext cx="5304209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</a:rPr>
              <a:t>The bright white basin offers a clean visual contrast </a:t>
            </a:r>
            <a:b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</a:rPr>
            </a:b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</a:rPr>
              <a:t>against the wood, while its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1B1C1D"/>
                </a:solidFill>
                <a:effectLst/>
              </a:rPr>
              <a:t>wide,flat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</a:rPr>
              <a:t> edges provide</a:t>
            </a:r>
            <a:b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</a:rPr>
            </a:b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</a:rPr>
              <a:t> a practical and convenient surface for placing items.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2004602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1ED62-34AA-B17F-C185-7553EE9BA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66366"/>
            <a:ext cx="10439400" cy="1085569"/>
          </a:xfrm>
        </p:spPr>
        <p:txBody>
          <a:bodyPr/>
          <a:lstStyle/>
          <a:p>
            <a:r>
              <a:rPr lang="en-IN" dirty="0">
                <a:solidFill>
                  <a:schemeClr val="accent5">
                    <a:lumMod val="75000"/>
                  </a:schemeClr>
                </a:solidFill>
                <a:latin typeface="Algerian" panose="04020705040A02060702" pitchFamily="82" charset="0"/>
              </a:rPr>
              <a:t>Bad UI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2EB99E-4322-E0EC-9A45-B79FE37E82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2" y="1351935"/>
            <a:ext cx="5157787" cy="914400"/>
          </a:xfrm>
        </p:spPr>
        <p:txBody>
          <a:bodyPr>
            <a:noAutofit/>
          </a:bodyPr>
          <a:lstStyle/>
          <a:p>
            <a:r>
              <a:rPr lang="en-US" sz="1800" dirty="0">
                <a:latin typeface="+mj-lt"/>
              </a:rPr>
              <a:t>The severe lack of cleanliness and visible stains creates a strong visual "error state," making the water cooler appear unusable and untrustworthy.</a:t>
            </a:r>
            <a:endParaRPr lang="en-IN" sz="1800" dirty="0">
              <a:latin typeface="+mj-lt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28C6F76-5D49-A9B5-2848-AE7F5772CBD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788" y="2517058"/>
            <a:ext cx="4921915" cy="3411794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4A3091-0B60-4F68-0C56-56FD57453A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169142"/>
            <a:ext cx="5183188" cy="845574"/>
          </a:xfrm>
        </p:spPr>
        <p:txBody>
          <a:bodyPr>
            <a:noAutofit/>
          </a:bodyPr>
          <a:lstStyle/>
          <a:p>
            <a:r>
              <a:rPr lang="en-US" sz="1800" dirty="0">
                <a:latin typeface="+mj-lt"/>
              </a:rPr>
              <a:t>The sign's small size and dark color provide poor visual.</a:t>
            </a:r>
            <a:endParaRPr lang="en-IN" sz="1800" dirty="0">
              <a:latin typeface="+mj-lt"/>
            </a:endParaRP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09ABAA42-115D-F00C-D864-86A0A673DF54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349910"/>
            <a:ext cx="5180012" cy="3503408"/>
          </a:xfrm>
        </p:spPr>
      </p:pic>
    </p:spTree>
    <p:extLst>
      <p:ext uri="{BB962C8B-B14F-4D97-AF65-F5344CB8AC3E}">
        <p14:creationId xmlns:p14="http://schemas.microsoft.com/office/powerpoint/2010/main" val="6016184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CF473-2632-0917-F27D-D5B961D40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431288"/>
          </a:xfrm>
        </p:spPr>
        <p:txBody>
          <a:bodyPr>
            <a:normAutofit fontScale="90000"/>
          </a:bodyPr>
          <a:lstStyle/>
          <a:p>
            <a:r>
              <a:rPr lang="en-IN" dirty="0">
                <a:solidFill>
                  <a:schemeClr val="accent5">
                    <a:lumMod val="75000"/>
                  </a:schemeClr>
                </a:solidFill>
                <a:latin typeface="Algerian" panose="04020705040A02060702" pitchFamily="82" charset="0"/>
              </a:rPr>
              <a:t>Bad UI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A7FE87-8C68-D89F-6D11-E220D28844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1297" y="1076633"/>
            <a:ext cx="5157787" cy="986067"/>
          </a:xfrm>
        </p:spPr>
        <p:txBody>
          <a:bodyPr>
            <a:noAutofit/>
          </a:bodyPr>
          <a:lstStyle/>
          <a:p>
            <a:r>
              <a:rPr lang="en-US" sz="1800" dirty="0">
                <a:latin typeface="+mj-lt"/>
              </a:rPr>
              <a:t>The severe wall decay and dampness create a bad user environment and makes the space feel unsafe and unpleasant to use.</a:t>
            </a:r>
            <a:endParaRPr lang="en-IN" sz="1800" dirty="0">
              <a:latin typeface="+mj-lt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0CDFCE0-F2C3-14A1-28AC-9639092348E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297" y="2505074"/>
            <a:ext cx="5157787" cy="3276293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734CB3-D8CB-94DC-E441-C0DDB158AA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38452" y="1238788"/>
            <a:ext cx="4816936" cy="823912"/>
          </a:xfrm>
        </p:spPr>
        <p:txBody>
          <a:bodyPr>
            <a:noAutofit/>
          </a:bodyPr>
          <a:lstStyle/>
          <a:p>
            <a:r>
              <a:rPr lang="en-US" sz="2000" dirty="0">
                <a:latin typeface="+mj-lt"/>
              </a:rPr>
              <a:t>The road's surface displays a bad texture and inconsistent, creating a visually noisy and disorganized interface.</a:t>
            </a:r>
            <a:endParaRPr lang="en-IN" sz="2000" dirty="0">
              <a:latin typeface="+mj-lt"/>
            </a:endParaRP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10F4C789-5F5D-02CD-E5AB-8746063716C0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6774" y="2505075"/>
            <a:ext cx="4414683" cy="3394280"/>
          </a:xfrm>
        </p:spPr>
      </p:pic>
    </p:spTree>
    <p:extLst>
      <p:ext uri="{BB962C8B-B14F-4D97-AF65-F5344CB8AC3E}">
        <p14:creationId xmlns:p14="http://schemas.microsoft.com/office/powerpoint/2010/main" val="5986723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2A539-3A40-D90D-5F7B-D92ADD12F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5837903" cy="1325563"/>
          </a:xfrm>
        </p:spPr>
        <p:txBody>
          <a:bodyPr>
            <a:normAutofit/>
          </a:bodyPr>
          <a:lstStyle/>
          <a:p>
            <a:r>
              <a:rPr lang="en-US" sz="2000" b="1" dirty="0"/>
              <a:t>The overflowing bins indicate a system with insufficient </a:t>
            </a:r>
            <a:br>
              <a:rPr lang="en-US" sz="2000" b="1" dirty="0"/>
            </a:br>
            <a:r>
              <a:rPr lang="en-US" sz="2000" b="1" dirty="0"/>
              <a:t>capacity, leading to a "system crash" that makes the </a:t>
            </a:r>
            <a:br>
              <a:rPr lang="en-US" sz="2000" b="1" dirty="0"/>
            </a:br>
            <a:r>
              <a:rPr lang="en-US" sz="2000" b="1" dirty="0"/>
              <a:t>entire waste disposal feature unusable and messy.</a:t>
            </a:r>
            <a:endParaRPr lang="en-IN" sz="2000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D86C3FD-283E-29E6-DAFA-B567CB10CA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1825625"/>
            <a:ext cx="5837903" cy="3680440"/>
          </a:xfrm>
        </p:spPr>
      </p:pic>
    </p:spTree>
    <p:extLst>
      <p:ext uri="{BB962C8B-B14F-4D97-AF65-F5344CB8AC3E}">
        <p14:creationId xmlns:p14="http://schemas.microsoft.com/office/powerpoint/2010/main" val="11461065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D9FE7-2173-CD8D-F316-E30AD700D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0070C0"/>
                </a:solidFill>
                <a:latin typeface="Algerian" panose="04020705040A02060702" pitchFamily="82" charset="0"/>
              </a:rPr>
              <a:t>Good UX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5FB92A34-E039-3367-9FEC-AB3530644A0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289" y="2684205"/>
            <a:ext cx="4912784" cy="3505457"/>
          </a:xfrm>
        </p:spPr>
      </p:pic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7F459211-7769-D015-40DC-6691E1D0A550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6929" y="2684463"/>
            <a:ext cx="4724697" cy="3505200"/>
          </a:xfr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B29CC259-9953-72B8-7B84-03045F4D82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29653" y="1405384"/>
            <a:ext cx="504542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+mj-lt"/>
              </a:rPr>
              <a:t>These wires support the trees to keep them from falling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+mj-lt"/>
              </a:rPr>
              <a:t> over onto the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rgbClr val="1B1C1D"/>
                </a:solidFill>
                <a:effectLst/>
                <a:latin typeface="+mj-lt"/>
              </a:rPr>
              <a:t>path.This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+mj-lt"/>
              </a:rPr>
              <a:t> makes the walkway much safer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+mj-lt"/>
              </a:rPr>
              <a:t> and helps people feel secure as they walk by.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41551ABE-8A8E-2B12-42EE-879E4F481525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169742" y="1266885"/>
            <a:ext cx="5134995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+mj-lt"/>
              </a:rPr>
              <a:t>Placing these fire safety boxes in open, easy-to-see spots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+mj-lt"/>
              </a:rPr>
              <a:t> is a very smart design for safety.</a:t>
            </a:r>
            <a:r>
              <a:rPr kumimoji="0" lang="en-US" altLang="en-US" sz="1800" i="0" u="none" strike="noStrike" cap="none" normalizeH="0" dirty="0">
                <a:ln>
                  <a:noFill/>
                </a:ln>
                <a:solidFill>
                  <a:srgbClr val="1B1C1D"/>
                </a:solidFill>
                <a:effectLst/>
                <a:latin typeface="+mj-lt"/>
              </a:rPr>
              <a:t>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+mj-lt"/>
              </a:rPr>
              <a:t>It means that if a fire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+mj-lt"/>
              </a:rPr>
              <a:t>ever starts, help is right there and easy to find, keeping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+mj-lt"/>
              </a:rPr>
              <a:t> everyone much safer.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4406678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11E6B-7B74-F9E9-8A8C-CD07AF574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303212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11377949-5ED6-91B1-12BC-99237F4A109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613" y="2285405"/>
            <a:ext cx="4964419" cy="3868340"/>
          </a:xfrm>
        </p:spPr>
      </p:pic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88D9C836-5C41-45CE-F811-38C6CF15B6D3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4635" y="2320925"/>
            <a:ext cx="5158317" cy="3868738"/>
          </a:xfr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9B03500D-EBEC-255B-97A8-A6ED3FC6F0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47316" y="845421"/>
            <a:ext cx="4870179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+mj-lt"/>
              </a:rPr>
              <a:t>This covered walkway provides essential shade,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+mj-lt"/>
              </a:rPr>
              <a:t> protecting students from the direct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rgbClr val="1B1C1D"/>
                </a:solidFill>
                <a:effectLst/>
                <a:latin typeface="+mj-lt"/>
              </a:rPr>
              <a:t>sun.This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+mj-lt"/>
              </a:rPr>
              <a:t> makes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+mj-lt"/>
              </a:rPr>
              <a:t>walking across campus a much more comfortable and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+mj-lt"/>
              </a:rPr>
              <a:t> pleasant experience during hot weather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Google Sans Text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C8CC8D06-8BE5-682C-EDC0-EE15707CCCEC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172200" y="907485"/>
            <a:ext cx="5183188" cy="11387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+mj-lt"/>
              </a:rPr>
              <a:t>Putting dustbins in easy-to-reach spots makes it simple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+mj-lt"/>
              </a:rPr>
              <a:t> for everyone to throw their garbage away</a:t>
            </a:r>
            <a:r>
              <a:rPr lang="en-US" altLang="en-US" sz="1800" dirty="0">
                <a:solidFill>
                  <a:srgbClr val="1B1C1D"/>
                </a:solidFill>
                <a:latin typeface="+mj-lt"/>
              </a:rPr>
              <a:t>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+mj-lt"/>
              </a:rPr>
              <a:t>properly.</a:t>
            </a:r>
            <a:r>
              <a:rPr kumimoji="0" lang="en-US" altLang="en-US" sz="1800" i="0" u="none" strike="noStrike" cap="none" normalizeH="0" dirty="0">
                <a:ln>
                  <a:noFill/>
                </a:ln>
                <a:solidFill>
                  <a:srgbClr val="1B1C1D"/>
                </a:solidFill>
                <a:effectLst/>
                <a:latin typeface="+mj-lt"/>
              </a:rPr>
              <a:t>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+mj-lt"/>
              </a:rPr>
              <a:t>This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+mj-lt"/>
              </a:rPr>
              <a:t> is a key reason the campus stays so clean and is 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+mj-lt"/>
              </a:rPr>
              <a:t> pleasant place to walk around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+mj-lt"/>
              </a:rPr>
              <a:t>.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0222638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ABA59-393F-0841-C2B4-840F271F2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8155"/>
            <a:ext cx="7047271" cy="1582533"/>
          </a:xfrm>
        </p:spPr>
        <p:txBody>
          <a:bodyPr>
            <a:normAutofit fontScale="90000"/>
          </a:bodyPr>
          <a:lstStyle/>
          <a:p>
            <a:br>
              <a:rPr lang="en-US" sz="2200" b="1" dirty="0"/>
            </a:br>
            <a:br>
              <a:rPr lang="en-US" sz="2200" b="1" dirty="0"/>
            </a:br>
            <a:r>
              <a:rPr lang="en-US" sz="2200" b="1" dirty="0"/>
              <a:t>These poles create a safe barrier between the</a:t>
            </a:r>
            <a:br>
              <a:rPr lang="en-US" sz="2200" b="1" dirty="0"/>
            </a:br>
            <a:r>
              <a:rPr lang="en-US" sz="2200" b="1" dirty="0"/>
              <a:t> walking path and the </a:t>
            </a:r>
            <a:r>
              <a:rPr lang="en-US" sz="2200" b="1" dirty="0" err="1"/>
              <a:t>road.This</a:t>
            </a:r>
            <a:r>
              <a:rPr lang="en-US" sz="2200" b="1" dirty="0"/>
              <a:t> simple design</a:t>
            </a:r>
            <a:br>
              <a:rPr lang="en-US" sz="2200" b="1" dirty="0"/>
            </a:br>
            <a:r>
              <a:rPr lang="en-US" sz="2200" b="1" dirty="0"/>
              <a:t> protects people from traffic and clearly </a:t>
            </a:r>
            <a:br>
              <a:rPr lang="en-US" sz="2200" b="1" dirty="0"/>
            </a:br>
            <a:r>
              <a:rPr lang="en-US" sz="2200" b="1" dirty="0"/>
              <a:t>shows them where it is safe to walk.</a:t>
            </a:r>
            <a:br>
              <a:rPr lang="en-US" dirty="0"/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3DD0E7A-BD07-BE37-AA5D-E8EF01179A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514" y="1825625"/>
            <a:ext cx="5190963" cy="3857420"/>
          </a:xfrm>
        </p:spPr>
      </p:pic>
    </p:spTree>
    <p:extLst>
      <p:ext uri="{BB962C8B-B14F-4D97-AF65-F5344CB8AC3E}">
        <p14:creationId xmlns:p14="http://schemas.microsoft.com/office/powerpoint/2010/main" val="10670506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AFC25-CCC4-4611-8E49-8D2F4E709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0070C0"/>
                </a:solidFill>
                <a:latin typeface="Algerian" panose="04020705040A02060702" pitchFamily="82" charset="0"/>
              </a:rPr>
              <a:t>Bad UX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B15EF4E-0B55-530F-52B9-AB164FEC5BF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289" y="2644877"/>
            <a:ext cx="4912784" cy="3544786"/>
          </a:xfrm>
        </p:spPr>
      </p:pic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86CA9991-72A7-9AEC-1A3E-EF8519EA3157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535" y="2644775"/>
            <a:ext cx="4726517" cy="3544888"/>
          </a:xfr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FD7DE33B-082F-F453-2ED8-EF92E219F3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9788" y="1631454"/>
            <a:ext cx="4884286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+mj-lt"/>
              </a:rPr>
              <a:t>The garbage left on this ledge makes the seating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+mj-lt"/>
              </a:rPr>
              <a:t> area dirty and useless, preventing anyone from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+mj-lt"/>
              </a:rPr>
              <a:t> being able to sit down and rest.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C5BAA590-585F-2761-2DFC-46118E76622D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172200" y="1631454"/>
            <a:ext cx="4800160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+mj-lt"/>
              </a:rPr>
              <a:t>This sign lists the rooms but gives no arrows or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+mj-lt"/>
              </a:rPr>
              <a:t>directions, forcing new students to guess which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+mj-lt"/>
              </a:rPr>
              <a:t> way to go and causing confusion.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625529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B101DF-ED22-6446-0685-4C8313F189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2" y="683617"/>
            <a:ext cx="5157787" cy="1607299"/>
          </a:xfrm>
        </p:spPr>
        <p:txBody>
          <a:bodyPr>
            <a:normAutofit fontScale="47500" lnSpcReduction="20000"/>
          </a:bodyPr>
          <a:lstStyle/>
          <a:p>
            <a:pPr>
              <a:lnSpc>
                <a:spcPct val="120000"/>
              </a:lnSpc>
            </a:pPr>
            <a:r>
              <a:rPr lang="en-US" sz="3800" dirty="0">
                <a:latin typeface="+mj-lt"/>
              </a:rPr>
              <a:t>By placing the benches in the open without any shade, they become too hot and uncomfortable to use during sunny </a:t>
            </a:r>
            <a:r>
              <a:rPr lang="en-US" sz="3800" dirty="0" err="1">
                <a:latin typeface="+mj-lt"/>
              </a:rPr>
              <a:t>afternoons.This</a:t>
            </a:r>
            <a:r>
              <a:rPr lang="en-US" sz="3800" dirty="0">
                <a:latin typeface="+mj-lt"/>
              </a:rPr>
              <a:t> design fails to consider the students' basic need for comfort, making this resting area completely useless when the weather is hot.</a:t>
            </a:r>
          </a:p>
          <a:p>
            <a:endParaRPr lang="en-IN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957821B-3072-73AA-DBA8-F52959976AC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788" y="2306043"/>
            <a:ext cx="5157787" cy="3868340"/>
          </a:xfrm>
        </p:spPr>
      </p:pic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AC87C61B-BC70-1BC2-E239-E9D308D29929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8618" y="2306043"/>
            <a:ext cx="4826769" cy="3593312"/>
          </a:xfrm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id="{F3F59D6B-6B23-65BE-E578-B5516623B7D6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197600" y="715209"/>
            <a:ext cx="4677947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+mj-lt"/>
              </a:rPr>
              <a:t>Because the water cooler is so dirty, students don’t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+mj-lt"/>
              </a:rPr>
              <a:t>trust that the water is safe to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rgbClr val="1B1C1D"/>
                </a:solidFill>
                <a:effectLst/>
                <a:latin typeface="+mj-lt"/>
              </a:rPr>
              <a:t>drink.This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+mj-lt"/>
              </a:rPr>
              <a:t> makes it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+mj-lt"/>
              </a:rPr>
              <a:t>completely useless for anyone who is thirsty and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+mj-lt"/>
              </a:rPr>
              <a:t> fails to provide a basic necessity.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6382630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1AB3BE5-6B97-6E16-CB7F-E6251F271D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898" y="1825625"/>
            <a:ext cx="5152102" cy="4351338"/>
          </a:xfr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2A80D2E8-3BDE-6BE8-C8A9-C08B85681A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412354"/>
            <a:ext cx="4508157" cy="1231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</a:rPr>
              <a:t>Because the road is so bumpy and broken, it</a:t>
            </a:r>
            <a:b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</a:rPr>
            </a:b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</a:rPr>
              <a:t> gives a really rough and uncomfortable ride.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</a:rPr>
              <a:t>This makes driving frustrating and doesn’t </a:t>
            </a:r>
            <a:b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</a:rPr>
            </a:b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</a:rPr>
              <a:t>feel safe for anyone using it.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8928877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630</Words>
  <Application>Microsoft Office PowerPoint</Application>
  <PresentationFormat>Widescreen</PresentationFormat>
  <Paragraphs>57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Algerian</vt:lpstr>
      <vt:lpstr>Arial</vt:lpstr>
      <vt:lpstr>Broadway</vt:lpstr>
      <vt:lpstr>Calibri</vt:lpstr>
      <vt:lpstr>Calibri Light</vt:lpstr>
      <vt:lpstr>Google Sans Text</vt:lpstr>
      <vt:lpstr>Office Theme</vt:lpstr>
      <vt:lpstr>Good and Bad UI/UX in LPU Campus</vt:lpstr>
      <vt:lpstr>Good UI</vt:lpstr>
      <vt:lpstr>PowerPoint Presentation</vt:lpstr>
      <vt:lpstr>The bright white basin offers a clean visual contrast  against the wood, while its wide,flat edges provide  a practical and convenient surface for placing items.</vt:lpstr>
      <vt:lpstr>Bad UI</vt:lpstr>
      <vt:lpstr>Bad UI</vt:lpstr>
      <vt:lpstr>The overflowing bins indicate a system with insufficient  capacity, leading to a "system crash" that makes the  entire waste disposal feature unusable and messy.</vt:lpstr>
      <vt:lpstr>Good UX</vt:lpstr>
      <vt:lpstr>PowerPoint Presentation</vt:lpstr>
      <vt:lpstr>  These poles create a safe barrier between the  walking path and the road.This simple design  protects people from traffic and clearly  shows them where it is safe to walk. </vt:lpstr>
      <vt:lpstr>Bad UX</vt:lpstr>
      <vt:lpstr>PowerPoint Presentation</vt:lpstr>
      <vt:lpstr>Because the road is so bumpy and broken, it  gives a really rough and uncomfortable ride. This makes driving frustrating and doesn’t  feel safe for anyone using it.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Yogita Yadav</dc:creator>
  <cp:lastModifiedBy>Yogita Yadav</cp:lastModifiedBy>
  <cp:revision>3</cp:revision>
  <dcterms:created xsi:type="dcterms:W3CDTF">2025-10-16T16:03:40Z</dcterms:created>
  <dcterms:modified xsi:type="dcterms:W3CDTF">2026-01-01T15:10:41Z</dcterms:modified>
</cp:coreProperties>
</file>